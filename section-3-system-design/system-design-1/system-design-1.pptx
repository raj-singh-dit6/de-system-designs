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07"/>
            <a:ext cx="12191999" cy="6341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141"/>
            <a:ext cx="12191999" cy="6167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1</dc:title>
  <dc:subject>Architecture design slides</dc:subject>
  <dc:creator>raj-singh-dit6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